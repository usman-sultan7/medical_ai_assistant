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136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114800"/>
            <a:ext cx="2743200" cy="2743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MediGuide AI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Medical Symptom Assessment &amp; Patient Guidance Assistant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LangChain + Streamlit Programming Assignment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6035040" cy="822960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70916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prototype only — not a real medical device.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safer symptom-checker prototype is needed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people feel sick, they often search random websites for answers.
</a:t>
            </a: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causes three problems: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760720" y="1554480"/>
            <a:ext cx="457200" cy="457200"/>
          </a:xfrm>
          <a:prstGeom prst="ellipse">
            <a:avLst/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5270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information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8470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sites give confusing or wrong advice.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2514600"/>
            <a:ext cx="457200" cy="457200"/>
          </a:xfrm>
          <a:prstGeom prst="ellipse">
            <a:avLst/>
          </a:prstGeom>
          <a:solidFill>
            <a:srgbClr val="FDEDEC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24871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8072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panic reading worst-case scenarios.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3474720"/>
            <a:ext cx="457200" cy="457200"/>
          </a:xfrm>
          <a:prstGeom prst="ellipse">
            <a:avLst/>
          </a:prstGeom>
          <a:solidFill>
            <a:srgbClr val="FDEDEC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34472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7673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idea of what to do next.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1064240" cy="16002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MediGuide AI: a prototype that takes patient info and symptoms, uses LangChain + an OpenAI model to give structured, easy-to-understand guidance — always with strong safety warnings and never a confirmed diagnosis.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you build while completing this assignment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965960"/>
          </a:xfrm>
          <a:prstGeom prst="rect">
            <a:avLst/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 OpenAI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ChatOpenAI inside a Python app.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611880" cy="1965960"/>
          </a:xfrm>
          <a:prstGeom prst="rect">
            <a:avLst/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423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prompts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 prompts with PromptTemplate &amp; ChatPromptTemplate.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611880" cy="1965960"/>
          </a:xfrm>
          <a:prstGeom prst="rect">
            <a:avLst/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783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2423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message types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SystemMessage, HumanMessage, AIMessage.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611880" cy="1965960"/>
          </a:xfrm>
          <a:prstGeom prst="rect">
            <a:avLst/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4617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structured data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JSON output and parse it safely.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749040"/>
            <a:ext cx="3611880" cy="1965960"/>
          </a:xfrm>
          <a:prstGeom prst="rect">
            <a:avLst/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977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0" y="4617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chain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50292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reusable pipeline with LLMChain.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749040"/>
            <a:ext cx="3611880" cy="1965960"/>
          </a:xfrm>
          <a:prstGeom prst="rect">
            <a:avLst/>
          </a:prstGeom>
          <a:solidFill>
            <a:srgbClr val="F4FAF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3977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66760" y="4617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&amp; cache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50292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live streaming output, plus in-memory &amp; SQLite caching.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 stack behind MediGuide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554480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4572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33172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67004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611880" cy="1554480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9" name="Shape 7"/>
          <p:cNvSpPr/>
          <p:nvPr/>
        </p:nvSpPr>
        <p:spPr>
          <a:xfrm>
            <a:off x="4544568" y="1755648"/>
            <a:ext cx="4572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233172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4568" y="267004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framework (core, openai, community)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611880" cy="1554480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13" name="Shape 11"/>
          <p:cNvSpPr/>
          <p:nvPr/>
        </p:nvSpPr>
        <p:spPr>
          <a:xfrm>
            <a:off x="8339328" y="1755648"/>
            <a:ext cx="4572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339328" y="233172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(gpt-4o-mini)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39328" y="267004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provider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3611880" cy="1554480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538728"/>
            <a:ext cx="4572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11480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9808" y="44531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user interface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337560"/>
            <a:ext cx="3611880" cy="1554480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44568" y="3538728"/>
            <a:ext cx="4572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544568" y="411480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4568" y="44531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secret API key from .env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337560"/>
            <a:ext cx="3611880" cy="1554480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25" name="Shape 23"/>
          <p:cNvSpPr/>
          <p:nvPr/>
        </p:nvSpPr>
        <p:spPr>
          <a:xfrm>
            <a:off x="8339328" y="3538728"/>
            <a:ext cx="4572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411480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 + SQLite Cache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39328" y="44531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repeated requests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App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from form to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23444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1803981" y="2496312"/>
            <a:ext cx="128016" cy="128016"/>
          </a:xfrm>
          <a:prstGeom prst="triangle">
            <a:avLst/>
          </a:prstGeom>
          <a:solidFill>
            <a:srgbClr val="0B2E33"/>
          </a:solidFill>
          <a:ln/>
        </p:spPr>
      </p:sp>
      <p:sp>
        <p:nvSpPr>
          <p:cNvPr id="7" name="Shape 5"/>
          <p:cNvSpPr/>
          <p:nvPr/>
        </p:nvSpPr>
        <p:spPr>
          <a:xfrm>
            <a:off x="1952897" y="2103120"/>
            <a:ext cx="123444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952897" y="2103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3208238" y="2496312"/>
            <a:ext cx="128016" cy="128016"/>
          </a:xfrm>
          <a:prstGeom prst="triangle">
            <a:avLst/>
          </a:prstGeom>
          <a:solidFill>
            <a:srgbClr val="0B2E33"/>
          </a:solidFill>
          <a:ln/>
        </p:spPr>
      </p:sp>
      <p:sp>
        <p:nvSpPr>
          <p:cNvPr id="10" name="Shape 8"/>
          <p:cNvSpPr/>
          <p:nvPr/>
        </p:nvSpPr>
        <p:spPr>
          <a:xfrm>
            <a:off x="3357154" y="2103120"/>
            <a:ext cx="123444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357154" y="2103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612495" y="2496312"/>
            <a:ext cx="128016" cy="128016"/>
          </a:xfrm>
          <a:prstGeom prst="triangle">
            <a:avLst/>
          </a:prstGeom>
          <a:solidFill>
            <a:srgbClr val="0B2E33"/>
          </a:solidFill>
          <a:ln/>
        </p:spPr>
      </p:sp>
      <p:sp>
        <p:nvSpPr>
          <p:cNvPr id="13" name="Shape 11"/>
          <p:cNvSpPr/>
          <p:nvPr/>
        </p:nvSpPr>
        <p:spPr>
          <a:xfrm>
            <a:off x="4761411" y="2103120"/>
            <a:ext cx="123444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761411" y="2103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LLM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chain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016752" y="2496312"/>
            <a:ext cx="128016" cy="128016"/>
          </a:xfrm>
          <a:prstGeom prst="triangle">
            <a:avLst/>
          </a:prstGeom>
          <a:solidFill>
            <a:srgbClr val="0B2E33"/>
          </a:solidFill>
          <a:ln/>
        </p:spPr>
      </p:sp>
      <p:sp>
        <p:nvSpPr>
          <p:cNvPr id="16" name="Shape 14"/>
          <p:cNvSpPr/>
          <p:nvPr/>
        </p:nvSpPr>
        <p:spPr>
          <a:xfrm>
            <a:off x="6165669" y="2103120"/>
            <a:ext cx="123444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165669" y="2103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421009" y="2496312"/>
            <a:ext cx="128016" cy="128016"/>
          </a:xfrm>
          <a:prstGeom prst="triangle">
            <a:avLst/>
          </a:prstGeom>
          <a:solidFill>
            <a:srgbClr val="0B2E33"/>
          </a:solidFill>
          <a:ln/>
        </p:spPr>
      </p:sp>
      <p:sp>
        <p:nvSpPr>
          <p:cNvPr id="19" name="Shape 17"/>
          <p:cNvSpPr/>
          <p:nvPr/>
        </p:nvSpPr>
        <p:spPr>
          <a:xfrm>
            <a:off x="7569926" y="2103120"/>
            <a:ext cx="123444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569926" y="2103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8825266" y="2496312"/>
            <a:ext cx="128016" cy="128016"/>
          </a:xfrm>
          <a:prstGeom prst="triangle">
            <a:avLst/>
          </a:prstGeom>
          <a:solidFill>
            <a:srgbClr val="0B2E33"/>
          </a:solidFill>
          <a:ln/>
        </p:spPr>
      </p:sp>
      <p:sp>
        <p:nvSpPr>
          <p:cNvPr id="22" name="Shape 20"/>
          <p:cNvSpPr/>
          <p:nvPr/>
        </p:nvSpPr>
        <p:spPr>
          <a:xfrm>
            <a:off x="8974183" y="2103120"/>
            <a:ext cx="123444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8974183" y="2103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5400000">
            <a:off x="10229523" y="2496312"/>
            <a:ext cx="128016" cy="128016"/>
          </a:xfrm>
          <a:prstGeom prst="triangle">
            <a:avLst/>
          </a:prstGeom>
          <a:solidFill>
            <a:srgbClr val="0B2E33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78440" y="2103120"/>
            <a:ext cx="123444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10378440" y="2103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383280"/>
            <a:ext cx="11064240" cy="27432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393192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medical_ai_assistant/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app.py            (Streamlit UI)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requirements.txt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.env.example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config.py       (settings + form options)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prompts.py      (prompt templates + JSON schema)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chains.py       (ChatOpenAI + LLMChain + streaming)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cache_manager.py (in-memory + SQLite cache)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utils.py        (safe JSON parsing)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39319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 stays in src/, and the Streamlit interface stays in app.py — this keeps the code modular, readable, and easy to test.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 Must 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 requirements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5270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age, gender, symptoms, duration, severity, conditions, medications, notes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57860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prompt from the inputs and send it to the LLM through an LLMChain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63016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back a JSON object: summary, possible conditions, urgency, next steps, doctor questions, warning signs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68172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parse the JSON and show it on a results dashboard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15270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 human-readable narrative live into the interface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6517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257860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urgency level in color: LOW / MEDIUM / HIGH / EMERGENCY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37033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363016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caching be turned on to speed up repeated identical requests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4754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468172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medical disclaimer visible on every screen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Concepts Implemented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the assignment requires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76072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9344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97680" y="1609344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OpenAI chat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85416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Human / AI Messages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297680" y="2185416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safety rules, send patient data, show conversation roles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64240" cy="576072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61488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PromptTemplate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97680" y="2761488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text template with variables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ChatPromptTemplate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297680" y="3337560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Human conversation carrying safety rules &amp;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58768"/>
            <a:ext cx="11064240" cy="576072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13632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297680" y="3913632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the exact schema; app parses it safely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489704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LLMChain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97680" y="4489704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chain that runs the assessment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10912"/>
            <a:ext cx="11064240" cy="576072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065776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297680" y="5065776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streamed live with .stream()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641848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297680" y="5641848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InMemoryCache and SQLiteCache, both demonstrated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Streamlit Interface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Sidebar, form inputs, and results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83280" cy="470916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 name &amp; description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Medical disclaimer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 configuration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Language selection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1554480"/>
            <a:ext cx="3566160" cy="470916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Form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21945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 — text input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0" y="26243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Gender — selectbox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89120" y="30540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Symptoms — multiselect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89120" y="348386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Duration — selectbox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89120" y="39136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Severity 1-10 — slider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89120" y="43434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Conditions — text area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89120" y="47731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Medications — text area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389120" y="52029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Notes — text area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89120" y="56327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Submit — button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63840" y="1554480"/>
            <a:ext cx="3749040" cy="470916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38160" y="2194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st.metric — urgency level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138160" y="2651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st.warning / st.error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38160" y="3108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st.info / st.success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138160" y="3566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st.expander for details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38160" y="40233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Tabs &amp; columns layout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38160" y="4480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st.write_stream — live text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Safety Rules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safety requirements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C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888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labelled as an educational AI system, not a doctor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C4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9888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888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86600" y="173736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presents a confirmed diagnosis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C4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4518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518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20040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shown in the sidebar, main area, and results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306324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C4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34518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4518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320040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EMERGENCY-level output tells the user to seek help immediately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C4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9149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914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66344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rules are built directly into the system prompt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452628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C4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9149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914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86600" y="466344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JSON is handled safely — it never crashes the app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Evaluation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is checked and marked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Test Cases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Mild cold symptoms → LOW urgency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Fever + cough for a week → MEDIUM/HIGH urgency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Chest pain + breathlessness → EMERGENCY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Same form twice → faster 2nd time (cache)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Empty symptoms → app warns, no API call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Breakdown (100 total)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UI/UX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503920" y="1984248"/>
            <a:ext cx="2880360" cy="201168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1984248"/>
            <a:ext cx="216027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1457432" y="1938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3500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 integration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03920" y="2368296"/>
            <a:ext cx="2880360" cy="201168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2368296"/>
            <a:ext cx="144018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57432" y="23225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27340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03920" y="2752344"/>
            <a:ext cx="2880360" cy="201168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2752344"/>
            <a:ext cx="288036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11457432" y="27066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31181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LLMChain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03920" y="3136392"/>
            <a:ext cx="2880360" cy="201168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3136392"/>
            <a:ext cx="144018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11457432" y="3090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0" y="35021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03920" y="3520440"/>
            <a:ext cx="2880360" cy="201168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3520440"/>
            <a:ext cx="144018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11457432" y="3474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3886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503920" y="3904488"/>
            <a:ext cx="2880360" cy="201168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33" name="Shape 31"/>
          <p:cNvSpPr/>
          <p:nvPr/>
        </p:nvSpPr>
        <p:spPr>
          <a:xfrm>
            <a:off x="8503920" y="3904488"/>
            <a:ext cx="144018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11457432" y="38587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92240" y="42702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03920" y="4288536"/>
            <a:ext cx="2880360" cy="201168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37" name="Shape 35"/>
          <p:cNvSpPr/>
          <p:nvPr/>
        </p:nvSpPr>
        <p:spPr>
          <a:xfrm>
            <a:off x="8503920" y="4288536"/>
            <a:ext cx="144018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11457432" y="4242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92240" y="46542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&amp; testing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503920" y="4672584"/>
            <a:ext cx="2880360" cy="201168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20" y="4672584"/>
            <a:ext cx="216027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11457432" y="46268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5486400"/>
            <a:ext cx="11064240" cy="868680"/>
          </a:xfrm>
          <a:prstGeom prst="rect">
            <a:avLst/>
          </a:prstGeom>
          <a:solidFill>
            <a:srgbClr val="12474D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 this project is for education only — not a medical device, and not to be used for real diagnosis or treatment.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•  LangChain Assignment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973</Words>
  <Application>Microsoft Office PowerPoint</Application>
  <PresentationFormat>Widescreen</PresentationFormat>
  <Paragraphs>214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Usman Sultan</cp:lastModifiedBy>
  <cp:revision>3</cp:revision>
  <dcterms:created xsi:type="dcterms:W3CDTF">2026-08-24T13:06:39Z</dcterms:created>
  <dcterms:modified xsi:type="dcterms:W3CDTF">2026-08-27T14:43:58Z</dcterms:modified>
</cp:coreProperties>
</file>